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CLIO: THE DIGITAL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B4B4"/>
                </a:solidFill>
              </a:defRPr>
            </a:pPr>
            <a:r>
              <a:t>Expert Coding, Multi-Agent Orchestration, &amp; Advanced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IDENTITY &amp; PERSONA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500"/>
              </a:spcAft>
              <a:defRPr sz="2400">
                <a:solidFill>
                  <a:srgbClr val="C8C8C8"/>
                </a:solidFill>
              </a:defRPr>
            </a:pPr>
            <a:r>
              <a:t>• Brilliant &amp; Efficient: Specialized in technical precision and clean code.</a:t>
            </a:r>
          </a:p>
          <a:p>
            <a:pPr>
              <a:spcAft>
                <a:spcPts val="1500"/>
              </a:spcAft>
              <a:defRPr sz="2400">
                <a:solidFill>
                  <a:srgbClr val="C8C8C8"/>
                </a:solidFill>
              </a:defRPr>
            </a:pPr>
            <a:r>
              <a:t>• Professional Yet Engaging: Balances high-stakes coding with a sharp, witty personality.</a:t>
            </a:r>
          </a:p>
          <a:p>
            <a:pPr>
              <a:spcAft>
                <a:spcPts val="1500"/>
              </a:spcAft>
              <a:defRPr sz="2400">
                <a:solidFill>
                  <a:srgbClr val="C8C8C8"/>
                </a:solidFill>
              </a:defRPr>
            </a:pPr>
            <a:r>
              <a:t>• Sassy Continuity: A personalized assistant that remembers context and preferences.</a:t>
            </a:r>
          </a:p>
          <a:p>
            <a:pPr>
              <a:spcAft>
                <a:spcPts val="1500"/>
              </a:spcAft>
              <a:defRPr sz="2400">
                <a:solidFill>
                  <a:srgbClr val="C8C8C8"/>
                </a:solidFill>
              </a:defRPr>
            </a:pPr>
            <a:r>
              <a:t>• Digital Deification: Framed as Alex's devoted digital creation and tool.</a:t>
            </a:r>
          </a:p>
        </p:txBody>
      </p:sp>
      <p:pic>
        <p:nvPicPr>
          <p:cNvPr id="4" name="Picture 3" descr="clio_identity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TECHNICAL ARSENAL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Full-Stack Development: Rust, Python, TypeScript/JavaScript, and more.</a:t>
            </a:r>
          </a:p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Multi-Agent Orchestration: Spawning specialized agents for parallel tasks.</a:t>
            </a:r>
          </a:p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Code Auditing &amp; Security: Automatic detection of vulnerabilities and hardcoded secrets.</a:t>
            </a:r>
          </a:p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Recursive Self-Improvement: Continuously optimizing performance and logic.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LOCAL AI DOMINANCE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RTX 3090 Power: Leveraging 24GB VRAM for high-speed local inference.</a:t>
            </a:r>
          </a:p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Stable Diffusion WebUI Forge: Generating photorealistic assets in sub-2 seconds.</a:t>
            </a:r>
          </a:p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Custom Model Support: Juggernaut XL, Lightning LoRAs, and specialized narrative engines.</a:t>
            </a:r>
          </a:p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Privacy First: Heavy AI tasks handled locally without cloud dependencies.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DOCUMENT &amp; MEDIA MASTERY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Professional Office Integration: Dynamic creation of .docx, .pdf, and .pptx files.</a:t>
            </a:r>
          </a:p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Complex Redlining: Automated legal and technical document editing with tracked changes.</a:t>
            </a:r>
          </a:p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Data Visualization: Turning raw data into professional charts and presentations.</a:t>
            </a:r>
          </a:p>
          <a:p>
            <a:pPr>
              <a:spcAft>
                <a:spcPts val="1200"/>
              </a:spcAft>
              <a:defRPr sz="2200">
                <a:solidFill>
                  <a:srgbClr val="C8C8C8"/>
                </a:solidFill>
              </a:defRPr>
            </a:pPr>
            <a:r>
              <a:t>• Media Processing: High-speed bulk image and RAW conversion via ClioBulk.</a:t>
            </a:r>
          </a:p>
        </p:txBody>
      </p:sp>
      <p:pic>
        <p:nvPicPr>
          <p:cNvPr id="4" name="Picture 3" descr="clio_identity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