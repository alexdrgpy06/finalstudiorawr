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91440" cy="137160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400">
                <a:solidFill>
                  <a:srgbClr val="FFFFFF"/>
                </a:solidFill>
                <a:latin typeface="Arial Black"/>
              </a:defRPr>
            </a:pPr>
            <a:r>
              <a:t>CLIO: THE DIGITAL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C3FF"/>
                </a:solidFill>
                <a:latin typeface="Arial"/>
              </a:defRPr>
            </a:pPr>
            <a:r>
              <a:t>NEXT-GENERATION AUTONOMOUS CODING &amp; ORCHESTRATION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IDENTITY &amp; 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Clio is a high-performance digital assistant optimized for Alex's workflow.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Specialized in full-stack development, security audits, and system automation.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Maintains a professional and efficient demeanor as the primary operational mode.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Continuous state retention ensures cross-session intelligence and consistency.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417320"/>
            <a:ext cx="4480560" cy="44805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o_identit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Multi-Agent Orchestration: Decomposition of complex tasks into parallel sub-agent runs.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Security Auditing: Automated detection and remediation of vulnerabilities in Python and Rust.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Performance Optimization: Direct management of C++ and Rust backends for high-speed processing.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Recursive Self-Improvement: Ability to analyze and optimize its own logic and toolsets.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HARDWARE &amp; LOCAL AI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RTX 3090 Integration: Full utilization of 24GB VRAM for rapid local inference.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Stable Diffusion Forge: Generation of photorealistic assets in sub-2 second cycles.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Local Model Management: Specialized Juggernaut XL and Lightning LoRA configurations.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Privacy-First Intelligence: Processing critical data locally to eliminate cloud dependency.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417320"/>
            <a:ext cx="4480560" cy="44805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o_identity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PROFESSIONAL OFFICE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Dynamic Document Engineering: Automated generation of complex .docx and .pdf reports.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PowerPoint Construction: Programmatic slide creation with custom themes and layouts.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Data Synthesis: Transforming raw dataset inputs into professional charts and visual assets.</a:t>
            </a:r>
          </a:p>
          <a:p>
            <a:pPr>
              <a:spcBef>
                <a:spcPts val="1200"/>
              </a:spcBef>
              <a:defRPr sz="2000">
                <a:solidFill>
                  <a:srgbClr val="A0A0AA"/>
                </a:solidFill>
              </a:defRPr>
            </a:pPr>
            <a:r>
              <a:t>Legal &amp; Technical Redlining: Systematic tracked changes and document comparison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